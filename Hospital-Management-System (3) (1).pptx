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502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Fira Sans" panose="020B0503050000020004" pitchFamily="34" charset="0"/>
      <p:regular r:id="rId18"/>
      <p:bold r:id="rId19"/>
      <p:italic r:id="rId20"/>
      <p:boldItalic r:id="rId21"/>
    </p:embeddedFont>
    <p:embeddedFont>
      <p:font typeface="Inconsolata Bold" pitchFamily="1" charset="0"/>
      <p:bold r:id="rId22"/>
    </p:embeddedFont>
    <p:embeddedFont>
      <p:font typeface="Rockwell" panose="02060603020205020403" pitchFamily="18" charset="0"/>
      <p:regular r:id="rId23"/>
      <p:bold r:id="rId24"/>
      <p:italic r:id="rId25"/>
      <p:boldItalic r:id="rId26"/>
    </p:embeddedFont>
    <p:embeddedFont>
      <p:font typeface="Rockwell Condensed" panose="02060603050405020104" pitchFamily="18" charset="0"/>
      <p:regular r:id="rId27"/>
      <p:bold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00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2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071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2868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689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0823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855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771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75882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6395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391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8842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1724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1618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218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8859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680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867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3292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705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472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4901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82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DD7CD46-27A3-454C-9EF7-A1B796954645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3384AC27-AB9B-4A2A-8927-F2EC463DB9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2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1" r:id="rId1"/>
    <p:sldLayoutId id="2147485022" r:id="rId2"/>
    <p:sldLayoutId id="2147485023" r:id="rId3"/>
    <p:sldLayoutId id="2147485024" r:id="rId4"/>
    <p:sldLayoutId id="2147485025" r:id="rId5"/>
    <p:sldLayoutId id="2147485026" r:id="rId6"/>
    <p:sldLayoutId id="2147485027" r:id="rId7"/>
    <p:sldLayoutId id="2147485028" r:id="rId8"/>
    <p:sldLayoutId id="2147485029" r:id="rId9"/>
    <p:sldLayoutId id="2147485030" r:id="rId10"/>
    <p:sldLayoutId id="2147485031" r:id="rId11"/>
    <p:sldLayoutId id="2147485032" r:id="rId12"/>
    <p:sldLayoutId id="2147485033" r:id="rId13"/>
    <p:sldLayoutId id="2147485034" r:id="rId14"/>
    <p:sldLayoutId id="2147485035" r:id="rId15"/>
    <p:sldLayoutId id="2147485036" r:id="rId16"/>
    <p:sldLayoutId id="2147485037" r:id="rId17"/>
    <p:sldLayoutId id="2147485038" r:id="rId18"/>
    <p:sldLayoutId id="2147485039" r:id="rId19"/>
    <p:sldLayoutId id="2147485040" r:id="rId20"/>
    <p:sldLayoutId id="2147485041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9406"/>
            <a:ext cx="46066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Hospital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5499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console-based C++ application that automates patient record management using fundamental data structures — </a:t>
            </a:r>
            <a:r>
              <a:rPr lang="en-US" sz="1100" b="1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Arrays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r>
              <a:rPr lang="en-US" sz="1100" b="1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Queues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072854"/>
            <a:ext cx="337617" cy="266402"/>
          </a:xfrm>
          <a:prstGeom prst="roundRect">
            <a:avLst>
              <a:gd name="adj" fmla="val 6386"/>
            </a:avLst>
          </a:prstGeom>
          <a:solidFill>
            <a:srgbClr val="4A022B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115345"/>
            <a:ext cx="16750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C++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333577" y="3068092"/>
            <a:ext cx="156076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23395" y="3115345"/>
            <a:ext cx="138112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STRUCTURES PROJECT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65180" y="3068092"/>
            <a:ext cx="69703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F94CA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4998" y="3115345"/>
            <a:ext cx="51740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22871"/>
            <a:ext cx="44294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Problem We're Solving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7845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Traditional paper-based hospital systems are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slow, error-prone, and unscalable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As patient volume grows, maintaining accurate, accessible records becomes a critical challenge.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18370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Manual Paperwork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766640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Prone to errors and difficult to update in real time.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318370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24601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No Queue Management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766640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First-come-first-served order is hard to enforce manually.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503786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Text 9"/>
          <p:cNvSpPr/>
          <p:nvPr/>
        </p:nvSpPr>
        <p:spPr>
          <a:xfrm>
            <a:off x="637877" y="36455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Inefficient Search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3952056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Finding a specific patient record wastes valuable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Core Data Structures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236538"/>
            <a:ext cx="2628230" cy="1592089"/>
          </a:xfrm>
          <a:prstGeom prst="roundRect">
            <a:avLst>
              <a:gd name="adj" fmla="val 574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289" y="1236538"/>
            <a:ext cx="76200" cy="1592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42298" y="1397347"/>
            <a:ext cx="18596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Array — patients[100]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242298" y="1760562"/>
            <a:ext cx="22494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fixed-size array of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Patient structures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(capacity: 100). Enables constant-time indexed access for iteration, search, and deletion.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6024339" y="2970386"/>
            <a:ext cx="2628230" cy="1592089"/>
          </a:xfrm>
          <a:prstGeom prst="roundRect">
            <a:avLst>
              <a:gd name="adj" fmla="val 5743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289" y="2970386"/>
            <a:ext cx="76200" cy="15920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2298" y="31311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Queue — waitingQueue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2298" y="3494410"/>
            <a:ext cx="22494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C++ STL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queue&lt;int&gt;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storing patient IDs in </a:t>
            </a: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FIFO order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mimicking real hospital queuing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926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Four Core Operations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53430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1395189"/>
            <a:ext cx="425276" cy="42527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856" y="1512094"/>
            <a:ext cx="191319" cy="1913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7877" y="1962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Add Patient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37877" y="2268736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Registers a new patient with ID, name, and age. Enqueues ID into waiting queue.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42842" y="1253430"/>
            <a:ext cx="4005039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601" y="1395189"/>
            <a:ext cx="425276" cy="42527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1580" y="1512094"/>
            <a:ext cx="191319" cy="1913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84601" y="1962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View Patients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784601" y="2268736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Iterates and displays all registered patient records with full details.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496119" y="3005882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877" y="3147640"/>
            <a:ext cx="425276" cy="425276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4856" y="3264545"/>
            <a:ext cx="191319" cy="19131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7877" y="37146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Search Patient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637877" y="4021187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Linear search by unique Patient ID. Returns name and age if found.</a:t>
            </a:r>
            <a:endParaRPr lang="en-US" sz="1100" dirty="0"/>
          </a:p>
        </p:txBody>
      </p:sp>
      <p:sp>
        <p:nvSpPr>
          <p:cNvPr id="18" name="Shape 10"/>
          <p:cNvSpPr/>
          <p:nvPr/>
        </p:nvSpPr>
        <p:spPr>
          <a:xfrm>
            <a:off x="4642842" y="3005882"/>
            <a:ext cx="4005039" cy="1610692"/>
          </a:xfrm>
          <a:prstGeom prst="roundRect">
            <a:avLst>
              <a:gd name="adj" fmla="val 1320"/>
            </a:avLst>
          </a:prstGeom>
          <a:solidFill>
            <a:srgbClr val="433550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4601" y="3147640"/>
            <a:ext cx="425276" cy="425276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01580" y="3264545"/>
            <a:ext cx="191319" cy="191319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84601" y="37146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Delete Patient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4784601" y="4021187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Removes a record by ID and shifts remaining elements left to fill the gap.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2556"/>
            <a:ext cx="29349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System Algorithm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80" y="893862"/>
            <a:ext cx="8033891" cy="3464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5555" y="3701299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Repeat / Exit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95555" y="2899341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Execute Operation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5555" y="2105484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Display Menu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5555" y="1303527"/>
            <a:ext cx="1822631" cy="22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Initialize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1643" y="4467597"/>
            <a:ext cx="810064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program runs in a </a:t>
            </a:r>
            <a:r>
              <a:rPr lang="en-US" sz="9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do-while loop</a:t>
            </a: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displaying the menu after every operation until the user selects Exit. A </a:t>
            </a:r>
            <a:r>
              <a:rPr lang="en-US" sz="9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switch-case</a:t>
            </a:r>
            <a:r>
              <a:rPr lang="en-US" sz="9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routes each valid choice to its dedicated function.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EECDB-DE74-5F4B-1E88-AA75D194C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" y="350520"/>
            <a:ext cx="2721328" cy="43755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F285DC-D18A-5B09-5E21-657978989F35}"/>
              </a:ext>
            </a:extLst>
          </p:cNvPr>
          <p:cNvSpPr txBox="1"/>
          <p:nvPr/>
        </p:nvSpPr>
        <p:spPr>
          <a:xfrm>
            <a:off x="3390900" y="982980"/>
            <a:ext cx="49758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Flowchart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program starts and initializes patient records and count.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 menu is displayed with options: Add, View, Search, Delete, Exit.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User enters a choice.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</a:t>
            </a:r>
            <a:r>
              <a:rPr lang="en-GB" b="1" dirty="0"/>
              <a:t>Exit (5)</a:t>
            </a:r>
            <a:r>
              <a:rPr lang="en-GB" dirty="0"/>
              <a:t> →</a:t>
            </a:r>
          </a:p>
        </p:txBody>
      </p:sp>
    </p:spTree>
    <p:extLst>
      <p:ext uri="{BB962C8B-B14F-4D97-AF65-F5344CB8AC3E}">
        <p14:creationId xmlns:p14="http://schemas.microsoft.com/office/powerpoint/2010/main" val="20790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0193"/>
            <a:ext cx="46066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Module Complexity &amp; Design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65250"/>
            <a:ext cx="3902943" cy="2268587"/>
          </a:xfrm>
          <a:prstGeom prst="roundRect">
            <a:avLst>
              <a:gd name="adj" fmla="val 93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770013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859831"/>
            <a:ext cx="12714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Function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02433" y="1859831"/>
            <a:ext cx="879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70436" y="1859831"/>
            <a:ext cx="8821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2176463"/>
            <a:ext cx="389341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14" y="2266280"/>
            <a:ext cx="12714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addPatient()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02433" y="2266280"/>
            <a:ext cx="8797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Array + Queue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0436" y="2266280"/>
            <a:ext cx="8821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881" y="2809726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2714" y="2899544"/>
            <a:ext cx="12714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viewPatients()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02433" y="2899544"/>
            <a:ext cx="879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0436" y="2899544"/>
            <a:ext cx="8821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216176"/>
            <a:ext cx="389341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3305994"/>
            <a:ext cx="12714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searchPatient()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02433" y="3305994"/>
            <a:ext cx="879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0436" y="3305994"/>
            <a:ext cx="8821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0881" y="3622625"/>
            <a:ext cx="389341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2714" y="3712443"/>
            <a:ext cx="12714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deletePatient()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02433" y="3712443"/>
            <a:ext cx="8797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70436" y="3712443"/>
            <a:ext cx="8821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O(n)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49701" y="17475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Design Highlights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49701" y="2110755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Modular design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four dedicated functions keep code maintainable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Boundary checks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count ≥ 100 prevents array overflow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Edge case handling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empty list, not found, full array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Deletion strategy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left-shift maintains a compact array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92237"/>
            <a:ext cx="3604394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Source Code Structure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09640" y="1020887"/>
            <a:ext cx="4753719" cy="832842"/>
          </a:xfrm>
          <a:prstGeom prst="roundRect">
            <a:avLst>
              <a:gd name="adj" fmla="val 2474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5984" y="117723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Libraries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5984" y="1471538"/>
            <a:ext cx="4441031" cy="2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&lt;queue&gt;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— all standard C++11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09640" y="1986707"/>
            <a:ext cx="4753719" cy="832842"/>
          </a:xfrm>
          <a:prstGeom prst="roundRect">
            <a:avLst>
              <a:gd name="adj" fmla="val 2474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5984" y="214305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Patient Struct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5984" y="2437358"/>
            <a:ext cx="4441031" cy="2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Three fields: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(int),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(string),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(int)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09640" y="2952527"/>
            <a:ext cx="4753719" cy="832842"/>
          </a:xfrm>
          <a:prstGeom prst="roundRect">
            <a:avLst>
              <a:gd name="adj" fmla="val 2474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5984" y="310887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Global Variables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5984" y="3403178"/>
            <a:ext cx="4441031" cy="2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patients[100]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and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queue&lt;int&gt; waitingQueue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09640" y="3918347"/>
            <a:ext cx="4753719" cy="832842"/>
          </a:xfrm>
          <a:prstGeom prst="roundRect">
            <a:avLst>
              <a:gd name="adj" fmla="val 2474"/>
            </a:avLst>
          </a:prstGeom>
          <a:solidFill>
            <a:srgbClr val="241631"/>
          </a:solidFill>
          <a:ln w="19050">
            <a:solidFill>
              <a:srgbClr val="5C4E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5984" y="407469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Main Loop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5984" y="4368998"/>
            <a:ext cx="4441031" cy="2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do-while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 </a:t>
            </a:r>
            <a:r>
              <a:rPr lang="en-US" sz="1050" dirty="0">
                <a:solidFill>
                  <a:srgbClr val="DAD1E6"/>
                </a:solidFill>
                <a:highlight>
                  <a:srgbClr val="31233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switch-case</a:t>
            </a:r>
            <a:r>
              <a:rPr lang="en-US" sz="10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driving the menu interface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18596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Results &amp; Performance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509290"/>
            <a:ext cx="3118545" cy="564750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9342" y="2789969"/>
            <a:ext cx="106263" cy="1062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53087" y="2661920"/>
            <a:ext cx="1018431" cy="23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All Operations Verified</a:t>
            </a:r>
            <a:endParaRPr lang="en-US" sz="650" dirty="0"/>
          </a:p>
        </p:txBody>
      </p:sp>
      <p:sp>
        <p:nvSpPr>
          <p:cNvPr id="6" name="Text 2"/>
          <p:cNvSpPr/>
          <p:nvPr/>
        </p:nvSpPr>
        <p:spPr>
          <a:xfrm>
            <a:off x="5653087" y="2933923"/>
            <a:ext cx="13690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Add, search, and delete executed without errors with constant-time response.</a:t>
            </a:r>
            <a:endParaRPr lang="en-US" sz="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9342" y="3177071"/>
            <a:ext cx="106263" cy="1062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53087" y="3174876"/>
            <a:ext cx="9298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Queue Order Preserved</a:t>
            </a:r>
            <a:endParaRPr lang="en-US" sz="650" dirty="0"/>
          </a:p>
        </p:txBody>
      </p:sp>
      <p:sp>
        <p:nvSpPr>
          <p:cNvPr id="9" name="Text 4"/>
          <p:cNvSpPr/>
          <p:nvPr/>
        </p:nvSpPr>
        <p:spPr>
          <a:xfrm>
            <a:off x="5653087" y="3321025"/>
            <a:ext cx="13690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FIFO insertion order maintained correctly for all added patients.</a:t>
            </a:r>
            <a:endParaRPr lang="en-US" sz="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49342" y="3564173"/>
            <a:ext cx="106263" cy="106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3087" y="356197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Edge Cases Handled</a:t>
            </a: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5653087" y="3708127"/>
            <a:ext cx="136907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Empty list, full array, and missing patient IDs handled gracefully.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842" y="520378"/>
            <a:ext cx="3287241" cy="410274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893713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154930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system successfully demonstrates that </a:t>
            </a:r>
            <a:r>
              <a:rPr lang="en-US" sz="1100" b="1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arrays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r>
              <a:rPr lang="en-US" sz="1100" b="1" dirty="0">
                <a:solidFill>
                  <a:srgbClr val="F94CA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queues</a:t>
            </a: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are powerful tools for solving real-world healthcare management problems.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96119" y="2162398"/>
            <a:ext cx="4722763" cy="2087314"/>
          </a:xfrm>
          <a:prstGeom prst="roundRect">
            <a:avLst>
              <a:gd name="adj" fmla="val 1019"/>
            </a:avLst>
          </a:prstGeom>
          <a:solidFill>
            <a:srgbClr val="433550"/>
          </a:solidFill>
          <a:ln/>
        </p:spPr>
      </p:sp>
      <p:sp>
        <p:nvSpPr>
          <p:cNvPr id="7" name="Shape 3"/>
          <p:cNvSpPr/>
          <p:nvPr/>
        </p:nvSpPr>
        <p:spPr>
          <a:xfrm>
            <a:off x="496119" y="2162398"/>
            <a:ext cx="2361381" cy="1043657"/>
          </a:xfrm>
          <a:prstGeom prst="roundRect">
            <a:avLst>
              <a:gd name="adj" fmla="val 2038"/>
            </a:avLst>
          </a:prstGeom>
          <a:solidFill>
            <a:srgbClr val="433550"/>
          </a:solidFill>
          <a:ln/>
        </p:spPr>
      </p:sp>
      <p:sp>
        <p:nvSpPr>
          <p:cNvPr id="8" name="Text 4"/>
          <p:cNvSpPr/>
          <p:nvPr/>
        </p:nvSpPr>
        <p:spPr>
          <a:xfrm>
            <a:off x="637877" y="23041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Array Strength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37877" y="2610669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Direct indexed access and compact, contiguous storage.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857500" y="2162398"/>
            <a:ext cx="2361381" cy="1043657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1" name="Shape 7"/>
          <p:cNvSpPr/>
          <p:nvPr/>
        </p:nvSpPr>
        <p:spPr>
          <a:xfrm>
            <a:off x="2857500" y="2162398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2" name="Text 8"/>
          <p:cNvSpPr/>
          <p:nvPr/>
        </p:nvSpPr>
        <p:spPr>
          <a:xfrm>
            <a:off x="2999259" y="23041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Queue Strength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99259" y="2610669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Naturally models first-come-first-served waiting scenarios.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6119" y="3206055"/>
            <a:ext cx="4722763" cy="1043657"/>
          </a:xfrm>
          <a:prstGeom prst="rect">
            <a:avLst/>
          </a:prstGeom>
          <a:solidFill>
            <a:srgbClr val="433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496119" y="3206055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5C4E69"/>
          </a:solidFill>
          <a:ln/>
        </p:spPr>
      </p:sp>
      <p:sp>
        <p:nvSpPr>
          <p:cNvPr id="16" name="Text 12"/>
          <p:cNvSpPr/>
          <p:nvPr/>
        </p:nvSpPr>
        <p:spPr>
          <a:xfrm>
            <a:off x="637877" y="33478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Foundation Built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37877" y="3654326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strong base ready to extend into a full hospital information system.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94CA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Future Enhancements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File I/O &amp; Database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Persist records between runs; replace in-memory array with SQLite for scalability.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Priority Queue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Handle emergency patients ahead of regular queue using priority queuing.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9482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Appointments &amp; Doctors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date/time fields and link patients to specific doctors or departments.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DAD1E6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GUI &amp; Multi-User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AD1E6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Build a Qt or web interface with authentication and role-based access control.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25</TotalTime>
  <Words>613</Words>
  <Application>Microsoft Office PowerPoint</Application>
  <PresentationFormat>On-screen Show (16:9)</PresentationFormat>
  <Paragraphs>102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Rockwell Condensed</vt:lpstr>
      <vt:lpstr>Wingdings</vt:lpstr>
      <vt:lpstr>Fira Sans</vt:lpstr>
      <vt:lpstr>Rockwell</vt:lpstr>
      <vt:lpstr>Consolas</vt:lpstr>
      <vt:lpstr>Arial</vt:lpstr>
      <vt:lpstr>Inconsolata Bold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Bhavishya</dc:creator>
  <cp:lastModifiedBy>bhavishya dantuluri</cp:lastModifiedBy>
  <cp:revision>3</cp:revision>
  <dcterms:created xsi:type="dcterms:W3CDTF">2026-05-06T15:49:44Z</dcterms:created>
  <dcterms:modified xsi:type="dcterms:W3CDTF">2026-05-06T16:18:39Z</dcterms:modified>
</cp:coreProperties>
</file>